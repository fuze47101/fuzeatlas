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7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fuze-icon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869680" y="640080"/>
            <a:ext cx="3291840" cy="2523744"/>
          </a:xfrm>
          <a:prstGeom prst="rect">
            <a:avLst/>
          </a:prstGeom>
        </p:spPr>
      </p:pic>
      <p:pic>
        <p:nvPicPr>
          <p:cNvPr id="4" name="Image 1" descr="assets/fuze-logo-stacked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77240"/>
            <a:ext cx="1591056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Textiles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22960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technology partnership between FUZE Biotech and Sanitized AG —</a:t>
            </a:r>
            <a:endParaRPr lang="en-US" sz="1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functionality for textiles and polymers, without legacy chemistry, beyond PFAS.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22960" y="5532120"/>
            <a:ext cx="2743200" cy="0"/>
          </a:xfrm>
          <a:prstGeom prst="line">
            <a:avLst/>
          </a:prstGeom>
          <a:noFill/>
          <a:ln w="25400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FUZE Biotech, Salt Lake City, USA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antimicrobial additive — a new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</a:t>
            </a:r>
            <a:r>
              <a:rPr lang="en-US" sz="17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function</a:t>
            </a: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90 years. FUZE adds the one thing leaching chemistries cannot: a patented, sole-source, non-leaching </a:t>
            </a:r>
            <a:r>
              <a:rPr lang="en-US" sz="1700" b="1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</a:t>
            </a: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durable, multi-functional performance engineered into the textile, safely and without PFAS.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71232" y="207568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240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rights to a platform no competitor can manufacture.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71232" y="353872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37033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447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existing lines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49640" y="38130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finishing equipment — exhaust, pad-dry-cure, spray. No capex.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47091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571232" y="500176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5166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non-leaching category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52760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post-leaching shift: higher margin, defensible, sticky.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532120"/>
            <a:ext cx="6537960" cy="640080"/>
          </a:xfrm>
          <a:prstGeom prst="rect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85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offering Sanitized another antimicrobial additive — we are offering the non-leaching platform that extends its hygiene-function leadership into the next era.”</a:t>
            </a:r>
            <a:endParaRPr lang="en-US" sz="1100" dirty="0"/>
          </a:p>
        </p:txBody>
      </p:sp>
      <p:pic>
        <p:nvPicPr>
          <p:cNvPr id="22" name="Image 3" descr="assets/fuze-logo-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SANITIZED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partner to commercialize FUZE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hygiene function for 90 years — a globally recognized ingredient brand across textiles, polymers and coatings, with the regulatory depth to bring a new platform to market.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· Burgdorf, Switzerland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5968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antimicrobial hygiene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9016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5048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403336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family-owned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textiles · polymers · coatings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5968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15968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4590288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subsidiaries · CH · CN · IN · 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9016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29016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85048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403336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 brand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 trusted name in textile hygiene function.  </a:t>
            </a:r>
            <a:r>
              <a:rPr lang="en-US" sz="1500" b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non-leaching platform to lead what comes next.</a:t>
            </a:r>
            <a:endParaRPr lang="en-US" sz="1500" dirty="0"/>
          </a:p>
        </p:txBody>
      </p:sp>
      <p:pic>
        <p:nvPicPr>
          <p:cNvPr id="30" name="Image 0" descr="assets/fuze-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FUZE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where FUZE beats every competitor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2024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Non-leaching, baby-safe, EPA-registered, PFAS-free. Nothing released into skin or wash water.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441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parts-per-million. No binders, no PFAS, circular feedstock, drop-in process.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920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Supply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2024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worldwide patents. Sole-source global manufacturer. No competitor can make the molecule.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8368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Platform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antimicrobial — anti-odor, UV, moisture-wicking, IR heat management.</a:t>
            </a:r>
            <a:endParaRPr lang="en-US" sz="1300" dirty="0"/>
          </a:p>
        </p:txBody>
      </p:sp>
      <p:pic>
        <p:nvPicPr>
          <p:cNvPr id="28" name="Image 4" descr="assets/fuze-logo-horizon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non-leaching by design. Its metamaterial bonds permanently into the fiber surface and kills on contact — so nothing migrates into skin, garments, or wash water. That is the opposite of leaching silver-ion, zinc and quaternary chemistries.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81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OEKO-TEX Standard 100 Class I — certified safe for baby &amp; infant products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4838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bluesign® approved system partner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9410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registered (federal) + California EPA approved (Q1 2026)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5312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43982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— no fluorochemistry, ever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032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8554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formaldehyde, no binder resins, no heavy-metal carriers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6752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12" y="5312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direct, prolonged skin contact incl. sensitive skin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7086600" y="155448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74066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 NON-LEACHING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406640" y="2240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— the current standard
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Silver-ion, zinc and QAC release ions to kill — those ions migrate into skin and wastewater, deplete with each wash, and face tightening biocide scrutiny.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7406640" y="3657600"/>
            <a:ext cx="402336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7406640" y="3840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metamaterial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bonded, kills on physical contact. Nothing leaches — so it stays safe and stays put through 100 washes.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40664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a finish you can put on a newborn's onesie.</a:t>
            </a:r>
            <a:endParaRPr lang="en-US" sz="1250" dirty="0"/>
          </a:p>
        </p:txBody>
      </p:sp>
      <p:pic>
        <p:nvPicPr>
          <p:cNvPr id="25" name="Image 6" descr="assets/fuze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one of the lowest-impact functional finishes in the industry — and the feedstock itself is circular.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0.25–1.0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mg/kg active loading on fabric — F4 to F1 (registered max)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0288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· binders · curing chemistry burden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9016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8504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03336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feedstock — laser-synthesized from recycled metals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0507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by design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25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 is laser-synthesized from recycled electronics — waste becomes performance.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005072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Low-energy, solar-capable production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040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laser ablation runs on a 1 m² table; production can be solar-powered.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102352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water &amp; wastewater impact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325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residual concentrations sit well below regulatory limits; nothing leaches out.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510235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product life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odor &amp; microbial control means garments last longer — less textile waste.</a:t>
            </a:r>
            <a:endParaRPr lang="en-US" sz="1150" dirty="0"/>
          </a:p>
        </p:txBody>
      </p:sp>
      <p:pic>
        <p:nvPicPr>
          <p:cNvPr id="32" name="Image 4" descr="assets/fuze-logo-horizon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ze-icon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509760" y="4297680"/>
            <a:ext cx="274320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1C2B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Sole-Source Supply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a marketing claim. They cannot make the molecule. FUZE owns the chemistry, the method, and the only production line on earth.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PATENTS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pending across the metamaterial, its synthesis, and its application.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90288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of 1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4608576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MANUFACTURER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08576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only producer worldwide — proprietary liquid laser ablation.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03336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8421624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SUBSTITUTES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21624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replicate the high-density allotrope. The moat is the material.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Sanitized this means one thing:  </a:t>
            </a:r>
            <a:r>
              <a:rPr lang="en-US" sz="15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license to a platform no rival can source or undercut.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FOUR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Beyond Antimicrobial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protection is the entry point. The same engineered surface unlocks a full stack of functional performance — one platform, many product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Contact-kill on bacteria incl. MRSA, E. coli, K. pneumoniae — non-leaching.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0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6517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Anti-Odor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Moraxella before malodor forms — ideal for activewear &amp; hospitality.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9016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85048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6517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16568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&amp; Antiviral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AATCC 30 antifungal; ISO 18184 antiviral on F1/F2 tiers.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8952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9826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90472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8952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surface adds measurable UV defense to apparel &amp; technical textiles.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15968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572000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3982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Enhancement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0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moisture management and quick-dry behavior on synthetics.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29016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8385048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439826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16568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Radiant-Heat Management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385048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program: validated IR deflection for thermal-performance fabrics.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treatment. Antimicrobial, anti-odor, antifungal, antiviral, UV, wicking and IR — all from a single durable, 100-wash finish.</a:t>
            </a:r>
            <a:endParaRPr lang="en-US" sz="1250" dirty="0"/>
          </a:p>
        </p:txBody>
      </p:sp>
      <p:pic>
        <p:nvPicPr>
          <p:cNvPr id="38" name="Image 6" descr="assets/fuze-logo-horizont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Non-leaching is the future — Sanitized can lead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still dominate, but regulators and brands are moving away from them. Competitors — Silvadur, Polygiene, Microban, HeiQ, Rudolf — remain locked into leaching chemistry. FUZE gives Sanitized the non-leaching platform to lead the transition, validated on the right test.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33284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leaching actives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3B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FUZE metamaterial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Leaches ions into moisture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Bonded — kills on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skin &amp; wash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Migrates out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leaches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AATCC 100 (built for leaching)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ASTM E2149 (built for contact-kill)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Self-published 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Third-party, shared with brands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PFAS /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binder-dependent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PFAS · zero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+ UV + wicking + 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future of antimicrobial textiles is non-leaching. Lead it with FUZE.”</a:t>
            </a:r>
            <a:endParaRPr lang="en-US" sz="1400" dirty="0"/>
          </a:p>
        </p:txBody>
      </p:sp>
      <p:pic>
        <p:nvPicPr>
          <p:cNvPr id="7" name="Image 0" descr="assets/fuze-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PARTNERSHIP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fit — what each side brings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530352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brings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231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Patented, sole-source platform technology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346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license &amp; first-mover advantage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+ test dossier (EPA, OEKO-TEX, bluesign)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6576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&amp; application know-how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06908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credibility &amp; co-marketing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263640" y="1691640"/>
            <a:ext cx="5486400" cy="530352"/>
          </a:xfrm>
          <a:prstGeom prst="rect">
            <a:avLst/>
          </a:prstGeom>
          <a:solidFill>
            <a:srgbClr val="1FA8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653796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brings</a:t>
            </a:r>
            <a:endParaRPr lang="en-US" sz="1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42316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years of hygiene-function market leadership</a:t>
            </a:r>
            <a:endParaRPr lang="en-US" sz="12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83464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ingredient-brand recognition &amp; trust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2461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8543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channels — textiles, polymers &amp; coatings</a:t>
            </a:r>
            <a:endParaRPr lang="en-US" sz="12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657600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8543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antimicrobial regulatory mastery (BPR · EPA)</a:t>
            </a:r>
            <a:endParaRPr lang="en-US" sz="12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06908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8543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application infrastructure</a:t>
            </a:r>
            <a:endParaRPr lang="en-US" sz="1250" dirty="0"/>
          </a:p>
        </p:txBody>
      </p:sp>
      <p:sp>
        <p:nvSpPr>
          <p:cNvPr id="30" name="Shape 18"/>
          <p:cNvSpPr/>
          <p:nvPr/>
        </p:nvSpPr>
        <p:spPr>
          <a:xfrm>
            <a:off x="502920" y="4663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7772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non-leaching platform — </a:t>
            </a:r>
            <a:r>
              <a:rPr lang="en-US" sz="14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revenue, higher margins, defensible IP and stickier customers — extending Sanitized’s hygiene-function leadership across textiles and polymers, with no new capital equipment.</a:t>
            </a:r>
            <a:endParaRPr lang="en-US" sz="1450" dirty="0"/>
          </a:p>
        </p:txBody>
      </p:sp>
      <p:pic>
        <p:nvPicPr>
          <p:cNvPr id="33" name="Image 10" descr="assets/fuze-logo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textiles — a global surface platform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not a textile chemistry — it is a surface technology. The same non-leaching metamaterial that bonds into fibers bonds to hard surfaces, making antimicrobial textiles the entry point to a far larger market: global surface sanitization.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≈3×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971800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market than antimicrobial textiles alone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non-textile surfaces — plastics, coatings &amp; hard-surface disinfection.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0" y="1572768"/>
            <a:ext cx="5074920" cy="3456432"/>
          </a:xfrm>
          <a:prstGeom prst="roundRect">
            <a:avLst>
              <a:gd name="adj" fmla="val 2646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 FUZE BONDS TO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35000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14616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apparel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35000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37776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 &amp; plastics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9535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4616" y="28895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 &amp; coatings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9535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7776" y="28895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Ceramics &amp; porcelain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55701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1461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&amp; metal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55701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3777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Laminates &amp; ABS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16052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14616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surfaces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1605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637776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502920" y="521208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/>
          <p:nvPr/>
        </p:nvSpPr>
        <p:spPr>
          <a:xfrm>
            <a:off x="777240" y="5358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HARD SURFACES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antimicrobial kill on ceramic, porcelain, stainless steel, Formica, plastic (ABS) and marble — the same non-leaching mechanism, on every surface Sanitized already serves across textiles, polymers and coatings.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77240" y="616305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basis (2025 industry estimates): antimicrobial plastics ~$38B + coatings ~$5B + surface disinfectants ~$6B  ≈ $49B   vs.   antimicrobial textiles ~$14B.</a:t>
            </a:r>
            <a:endParaRPr lang="en-US" sz="800" dirty="0"/>
          </a:p>
        </p:txBody>
      </p:sp>
      <p:pic>
        <p:nvPicPr>
          <p:cNvPr id="30" name="Image 8" descr="assets/fuze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commercialization across Sanitized’s channels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already serves hygiene function across textiles, polymers and coatings worldwide. Those existing channels are the fastest commercialization pathway FUZE could have.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578608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activewear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82696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82696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hospitality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textiles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21624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39528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39528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ROADMAP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Antimicrobial Textiles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proven, certified entry point.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935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93592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Post-Leaching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93592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leaching actives &amp; PFAS across textiles and polymers.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27064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55664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Surfaces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5664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wicking, IR, durability — performance textiles.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97112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089136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17736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17736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Materials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7736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smart-textile surfaces.</a:t>
            </a:r>
            <a:endParaRPr lang="en-US" sz="1100" dirty="0"/>
          </a:p>
        </p:txBody>
      </p:sp>
      <p:pic>
        <p:nvPicPr>
          <p:cNvPr id="36" name="Image 0" descr="assets/fuze-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fuze-icon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418320" y="594360"/>
            <a:ext cx="2926080" cy="2240280"/>
          </a:xfrm>
          <a:prstGeom prst="rect">
            <a:avLst/>
          </a:prstGeom>
        </p:spPr>
      </p:pic>
      <p:pic>
        <p:nvPicPr>
          <p:cNvPr id="4" name="Image 1" descr="assets/fuze-logo-horizonta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85800"/>
            <a:ext cx="1828800" cy="557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HYGIENE FUNCTION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Sanitized has defined antimicrobial</a:t>
            </a: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hygiene function since 1935.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define what comes next —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non-leaching generation of engineered surfaces delivering performance and safety across textiles and polymers, without legacy chemistry.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Peterson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FUZE Biotech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andrew@fuze47.com  ·  fuzeatlas.com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1548</Words>
  <Application>Microsoft Macintosh PowerPoint</Application>
  <PresentationFormat>Widescreen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FUZE Biotech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+ Sanitized — Partnership Overview</dc:title>
  <dc:subject>PptxGenJS Presentation</dc:subject>
  <dc:creator>FUZE Biotech</dc:creator>
  <cp:lastModifiedBy>DX26</cp:lastModifiedBy>
  <cp:revision>2</cp:revision>
  <dcterms:created xsi:type="dcterms:W3CDTF">2026-06-04T18:30:25Z</dcterms:created>
  <dcterms:modified xsi:type="dcterms:W3CDTF">2026-06-04T19:48:46Z</dcterms:modified>
</cp:coreProperties>
</file>