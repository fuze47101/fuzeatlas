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6304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Antimicrobial Textile Treatment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778240" y="2743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778240" y="457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PVH Corp.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Cycle Snapshot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Cradle-to-grave at a glance — five stages, one functional unit (1 m² F1-treated knit, 200 g/m², 100 wash cycles)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11430000" cy="0"/>
          </a:xfrm>
          <a:prstGeom prst="line">
            <a:avLst/>
          </a:prstGeom>
          <a:noFill/>
          <a:ln w="19050">
            <a:solidFill>
              <a:srgbClr val="00B4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" y="1920240"/>
            <a:ext cx="2194560" cy="2926080"/>
          </a:xfrm>
          <a:prstGeom prst="roundRect">
            <a:avLst>
              <a:gd name="adj" fmla="val 3333"/>
            </a:avLst>
          </a:prstGeom>
          <a:solidFill>
            <a:srgbClr val="F4F6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" y="1920240"/>
            <a:ext cx="2194560" cy="384048"/>
          </a:xfrm>
          <a:prstGeom prst="rect">
            <a:avLst/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02336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Solar-capable laser ablation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" y="3657600"/>
            <a:ext cx="1463040" cy="0"/>
          </a:xfrm>
          <a:prstGeom prst="line">
            <a:avLst/>
          </a:prstGeom>
          <a:noFill/>
          <a:ln w="9525">
            <a:solidFill>
              <a:srgbClr val="00B4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749040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Recycled-electronics feedstock. 30-amp laser, 99.998% ultrapure DI water carrier. No VOCs, no acids, no formaldehyde, no PFAS.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24328" y="1920240"/>
            <a:ext cx="2194560" cy="2926080"/>
          </a:xfrm>
          <a:prstGeom prst="roundRect">
            <a:avLst>
              <a:gd name="adj" fmla="val 3333"/>
            </a:avLst>
          </a:prstGeom>
          <a:solidFill>
            <a:srgbClr val="F4F6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4328" y="1920240"/>
            <a:ext cx="2194560" cy="384048"/>
          </a:xfrm>
          <a:prstGeom prst="rect">
            <a:avLst/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24328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2761488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L → 608 L → 6,080 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90088" y="3657600"/>
            <a:ext cx="1463040" cy="0"/>
          </a:xfrm>
          <a:prstGeom prst="line">
            <a:avLst/>
          </a:prstGeom>
          <a:noFill/>
          <a:ln w="9525">
            <a:solidFill>
              <a:srgbClr val="00B4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749040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Carboy → gaylord → 20-ft container. Standard textile-finish freight profile. No shelf-life constraint; no spoilage-driven repurchase.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1920240"/>
            <a:ext cx="2194560" cy="2926080"/>
          </a:xfrm>
          <a:prstGeom prst="roundRect">
            <a:avLst>
              <a:gd name="adj" fmla="val 3333"/>
            </a:avLst>
          </a:prstGeom>
          <a:solidFill>
            <a:srgbClr val="F4F6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1920240"/>
            <a:ext cx="2194560" cy="384048"/>
          </a:xfrm>
          <a:prstGeom prst="rect">
            <a:avLst/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12064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mill equipment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49240" y="3657600"/>
            <a:ext cx="1463040" cy="0"/>
          </a:xfrm>
          <a:prstGeom prst="line">
            <a:avLst/>
          </a:prstGeom>
          <a:noFill/>
          <a:ln w="9525">
            <a:solidFill>
              <a:srgbClr val="00B4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3749040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 / pad-dry-cure / spray. Cure 150–170 °C in existing oven. No binders, no crosslinkers, no capex. Bath at ~0.05% OWB at F1.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42632" y="1920240"/>
            <a:ext cx="2194560" cy="2926080"/>
          </a:xfrm>
          <a:prstGeom prst="roundRect">
            <a:avLst>
              <a:gd name="adj" fmla="val 3333"/>
            </a:avLst>
          </a:prstGeom>
          <a:solidFill>
            <a:srgbClr val="F4F6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42632" y="1920240"/>
            <a:ext cx="2194560" cy="384048"/>
          </a:xfrm>
          <a:prstGeom prst="rect">
            <a:avLst/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34072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91272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PHASE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42632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7479792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washes (F1)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08392" y="3657600"/>
            <a:ext cx="1463040" cy="0"/>
          </a:xfrm>
          <a:prstGeom prst="line">
            <a:avLst/>
          </a:prstGeom>
          <a:noFill/>
          <a:ln w="9525">
            <a:solidFill>
              <a:srgbClr val="00B4C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3749040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Non-leaching contact-kill — metamaterial stays bonded. Zero wash-effluent metallic release. AATCC 100 / ASTM E2149 third-party validated.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701784" y="1920240"/>
            <a:ext cx="2194560" cy="2926080"/>
          </a:xfrm>
          <a:prstGeom prst="roundRect">
            <a:avLst>
              <a:gd name="adj" fmla="val 3333"/>
            </a:avLst>
          </a:prstGeom>
          <a:solidFill>
            <a:srgbClr val="F4F6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01784" y="1920240"/>
            <a:ext cx="2194560" cy="384048"/>
          </a:xfrm>
          <a:prstGeom prst="rect">
            <a:avLst/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93224" y="1965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250424" y="1984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LIFE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01784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</a:t>
            </a:r>
            <a:endParaRPr lang="en-US" sz="4000" dirty="0"/>
          </a:p>
        </p:txBody>
      </p:sp>
      <p:sp>
        <p:nvSpPr>
          <p:cNvPr id="46" name="Text 44"/>
          <p:cNvSpPr/>
          <p:nvPr/>
        </p:nvSpPr>
        <p:spPr>
          <a:xfrm>
            <a:off x="9838944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Recyclability preserved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067544" y="3657600"/>
            <a:ext cx="1463040" cy="0"/>
          </a:xfrm>
          <a:prstGeom prst="line">
            <a:avLst/>
          </a:prstGeom>
          <a:noFill/>
          <a:ln w="9525">
            <a:solidFill>
              <a:srgbClr val="00B4C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66376" y="3749040"/>
            <a:ext cx="18653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+ chemical recycling compatible. No interference with PET depolymerization. &lt;0.001% of fiber mass; no persistence concerns.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5029200"/>
            <a:ext cx="11430000" cy="1280160"/>
          </a:xfrm>
          <a:prstGeom prst="roundRect">
            <a:avLst>
              <a:gd name="adj" fmla="val 7143"/>
            </a:avLst>
          </a:prstGeom>
          <a:solidFill>
            <a:srgbClr val="0A2A33"/>
          </a:solidFill>
          <a:ln w="12700">
            <a:solidFill>
              <a:srgbClr val="0A2A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5166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delivers equivalent or superior antimicrobial performance at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" y="5440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50–500×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active loading on fabric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594360" y="5943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incumbent silver-ion, silver-chloride, and QAC antimicrobial finishes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772400" y="521208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0" y="52303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OEKO-TEX 100 · Class 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72400" y="557784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0" y="55961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bluesign® approved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72400" y="594360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00B4C3"/>
          </a:solidFill>
          <a:ln w="12700">
            <a:solidFill>
              <a:srgbClr val="00B4C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0" y="5961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registered · PFAS-free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FUZE Biotech · 1895 West 2100 South · Salt Lake City UT 84119 · andrew@fuze47.com · May 2026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FUZE Antimicrobial Treatment — Life Cycle Snapshot</dc:title>
  <dc:subject>PptxGenJS Presentation</dc:subject>
  <dc:creator>FUZE Biotech</dc:creator>
  <cp:lastModifiedBy>FUZE Biotech</cp:lastModifiedBy>
  <cp:revision>1</cp:revision>
  <dcterms:created xsi:type="dcterms:W3CDTF">2026-05-18T16:13:43Z</dcterms:created>
  <dcterms:modified xsi:type="dcterms:W3CDTF">2026-05-18T16:13:43Z</dcterms:modified>
</cp:coreProperties>
</file>